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096305"/>
  <p:notesSz cx="6096305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NPU 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CF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marketer built an AI app in an afternoon — with no engineering background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Surface + Copilot+ PC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runs locally on your Copilot+ PC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web interface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148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web server (~1,400 lines)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971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Local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Toolkit runtime (localhost:5272)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794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023360"/>
            <a:ext cx="6400800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Silica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Microsoft's on-device LLM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4617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4846320"/>
            <a:ext cx="640080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45-48 TOPS dedicated AI hardware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NPU: Dedicated AI Silicon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45-48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Trillions of Operations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Second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554480"/>
            <a:ext cx="50292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0" y="1554480"/>
            <a:ext cx="73152" cy="9144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Ready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319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chip for AI — doesn't compete with CPU or GPU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0" y="2834640"/>
            <a:ext cx="50292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0" y="2834640"/>
            <a:ext cx="73152" cy="9144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Efficient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319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without draining battery or spinning up fans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0" y="4114800"/>
            <a:ext cx="50292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657600" y="4114800"/>
            <a:ext cx="73152" cy="9144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4"/>
          <p:cNvSpPr/>
          <p:nvPr/>
        </p:nvSpPr>
        <p:spPr>
          <a:xfrm>
            <a:off x="39319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9319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install it — it's in your Copilot+ PC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Silica: The AI Model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Microsoft's small language model, optimized for NPU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Can Do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301752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301752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Extraction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301752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66560" y="301752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74904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0" y="374904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Detection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74904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Parsing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3749040"/>
            <a:ext cx="1828800" cy="5029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4937760"/>
            <a:ext cx="7680960" cy="8229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~3-4 billion parameters • Built into Windows 11 • No download required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Local: The Runtime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AI server that exposes models via OpenAI-compatible API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081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3081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VS Code AI Toolkit extension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65760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721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3721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'Load Model' → Select Phi Silica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616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4361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Local starts on localhost:5272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0017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63040" y="5001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 calls it like any OpenAI API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03520" y="2651760"/>
            <a:ext cx="338328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0" y="29260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app code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base_url=</a:t>
            </a:r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"localhost:5272"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Build vs. What's Already There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There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NPU Hardware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your Copilot+ PC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Silica Model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4300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into Windows 11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Local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AI Toolkit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Tesseract.js (OCR)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43000" y="4937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from CDN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54880" y="1188720"/>
            <a:ext cx="393192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4754880" y="1188720"/>
            <a:ext cx="3931920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0" name="Text 14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Build (with Claude)</a:t>
            </a:r>
            <a:endParaRPr lang="en-US" sz="1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560320"/>
            <a:ext cx="1371600" cy="1371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3776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Web App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93776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~1,400 lines • Single file • One afternoon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Simplicity Story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AI Development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ML/AI expertise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Model training infrastructure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GPU servers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Cloud API subscriptions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Complex deployment pipelines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Actually Need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 Copilot+ PC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Python (from Microsoft Store)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VS Code + AI Toolkit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One pip install command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 conversation with Claude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00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 don't need to be a data scientist to build AI applications anymore."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Bottom 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274320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AI built 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wrote the code through conversation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66160" y="1463040"/>
            <a:ext cx="2560320" cy="274320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AI runs it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 Silica processes everything on-device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0" y="1463040"/>
            <a:ext cx="2560320" cy="274320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 stays put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transmitted — ever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→ Foundry Local → Phi Silica → NPU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local. All private. Built in an afternoon.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325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PDF, DOCX, TXT for summarization, key points, Q&amp;A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1325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PII Detection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for SSN, credit cards, addresses, phone numbers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2336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73152" cy="1325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languages including Chinese, Arabic, Japanese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402336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743200"/>
            <a:ext cx="73152" cy="1325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+ OCR + AI parsing — fully offline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402336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297680"/>
            <a:ext cx="73152" cy="1325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526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983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AI running entirely on-device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4297680"/>
            <a:ext cx="402336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297680"/>
            <a:ext cx="73152" cy="1325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4526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Mode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4983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in Airplane Mode — the 'wow' demo moment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8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+ Hardware + AI Assistant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That's all it takes to build AI applications today.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github.com/frankcx1/surface-npu-demo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5577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Surface GTM Corp Marketing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Surface NPU Demo - Architecture Overview</dc:title>
  <dc:subject>PptxGenJS Presentation</dc:subject>
  <dc:creator>Microsoft Surface GTM</dc:creator>
  <cp:lastModifiedBy>Microsoft Surface GTM</cp:lastModifiedBy>
  <cp:revision>1</cp:revision>
  <dcterms:created xsi:type="dcterms:W3CDTF">2026-01-28T17:42:34Z</dcterms:created>
  <dcterms:modified xsi:type="dcterms:W3CDTF">2026-01-28T17:42:34Z</dcterms:modified>
</cp:coreProperties>
</file>