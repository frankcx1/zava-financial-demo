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Stop Waiting. Start Building.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The NPU Opportunity Is Now — And It's Yours to 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THE VIBE CODING MOMENT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Claude Code + GitHub Copilot CLI = anyone can build production demos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No SDK expertise required. Describe what you want, iterate in real-time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The best demos aren't coming from product teams — they're coming from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325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THE TWO-BRAIN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212080" y="16459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Cloud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6459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Local AI (NPU)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38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93852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3C5FD"/>
                </a:solidFill>
              </a:defRPr>
            </a:pPr>
            <a:r>
              <a:t>Expert Consultant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9385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6EFAC"/>
                </a:solidFill>
              </a:defRPr>
            </a:pPr>
            <a:r>
              <a:t>Chief of Staff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3113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23113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3C5FD"/>
                </a:solidFill>
              </a:defRPr>
            </a:pPr>
            <a:r>
              <a:t>Big projects, complex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23113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6EFAC"/>
                </a:solidFill>
              </a:defRPr>
            </a:pPr>
            <a:r>
              <a:t>Always at your desk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2374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Strength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52374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3C5FD"/>
                </a:solidFill>
              </a:defRPr>
            </a:pPr>
            <a:r>
              <a:t>Brilliant problem-solver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52374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6EFAC"/>
                </a:solidFill>
              </a:defRPr>
            </a:pPr>
            <a:r>
              <a:t>Knows your context, handles 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8163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8163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3C5FD"/>
                </a:solidFill>
              </a:defRPr>
            </a:pPr>
            <a:r>
              <a:t>Leaves the building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81635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6EFAC"/>
                </a:solidFill>
              </a:defRPr>
            </a:pPr>
            <a:r>
              <a:t>Never leaves the building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154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BD5E1"/>
                </a:solidFill>
              </a:defRPr>
            </a:pPr>
            <a:r>
              <a:t>"Biggest brain for development. Most private brain for production."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25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TOKENOMICS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6459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B5FD"/>
                </a:solidFill>
              </a:defRPr>
            </a:pPr>
            <a:r>
              <a:t>Subscription AI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Fixed cost, human-speed</a:t>
            </a:r>
          </a:p>
          <a:p>
            <a:pPr>
              <a:defRPr sz="1000" b="1">
                <a:solidFill>
                  <a:srgbClr val="C4B5FD"/>
                </a:solidFill>
              </a:defRPr>
            </a:pPr>
            <a:r>
              <a:t>Token-based AI (API)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Computer-to-computer burns tokens fast: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• 100s of agent calls/day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• 24/7 background automation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• Costs compound quietly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611880"/>
            <a:ext cx="548640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703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THE 80/20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977639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80% Local</a:t>
            </a:r>
            <a:r>
              <a:rPr sz="1100">
                <a:solidFill>
                  <a:srgbClr val="CBD5E1"/>
                </a:solidFill>
              </a:rPr>
              <a:t> — routine tasks, sensitive data, always-on automation </a:t>
            </a:r>
            <a:r>
              <a:rPr sz="1100">
                <a:solidFill>
                  <a:srgbClr val="22C55E"/>
                </a:solidFill>
              </a:rPr>
              <a:t>(free)</a:t>
            </a:r>
          </a:p>
          <a:p>
            <a:pPr>
              <a:defRPr sz="1100" b="1">
                <a:solidFill>
                  <a:srgbClr val="3B82F6"/>
                </a:solidFill>
              </a:defRPr>
            </a:pPr>
            <a:r>
              <a:t>20% Frontier</a:t>
            </a:r>
            <a:r>
              <a:rPr sz="1100">
                <a:solidFill>
                  <a:srgbClr val="CBD5E1"/>
                </a:solidFill>
              </a:rPr>
              <a:t> — complex reasoning, novel problems, maximum capability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611880"/>
            <a:ext cx="5486400" cy="1005840"/>
          </a:xfrm>
          <a:prstGeom prst="roundRect">
            <a:avLst/>
          </a:prstGeom>
          <a:solidFill>
            <a:srgbClr val="1E3A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03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C55E"/>
                </a:solidFill>
              </a:defRPr>
            </a:pPr>
            <a:r>
              <a:t>CALL TO 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977639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BBF7D0"/>
                </a:solidFill>
              </a:defRPr>
            </a:pPr>
            <a:r>
              <a:t>• NPU is in every new Surface and across Windows — Copilot+ PCs are the new baseline</a:t>
            </a:r>
          </a:p>
          <a:p>
            <a:pPr>
              <a:spcAft>
                <a:spcPts val="300"/>
              </a:spcAft>
              <a:defRPr sz="1000">
                <a:solidFill>
                  <a:srgbClr val="BBF7D0"/>
                </a:solidFill>
              </a:defRPr>
            </a:pPr>
            <a:r>
              <a:t>• The use cases won't discover themselves</a:t>
            </a:r>
          </a:p>
          <a:p>
            <a:pPr>
              <a:spcAft>
                <a:spcPts val="300"/>
              </a:spcAft>
              <a:defRPr sz="1000">
                <a:solidFill>
                  <a:srgbClr val="BBF7D0"/>
                </a:solidFill>
              </a:defRPr>
            </a:pPr>
            <a:r>
              <a:t>• Build the demo. Show the value. Lead the conversation.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48B"/>
                </a:solidFill>
              </a:defRPr>
            </a:pPr>
            <a:r>
              <a:t>Microsoft Surface  |  NPU Demo Strategy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